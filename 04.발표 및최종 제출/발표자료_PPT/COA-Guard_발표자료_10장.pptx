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6459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94A3B8"/>
                </a:solidFill>
              </a:defRPr>
            </a:pPr>
            <a:r>
              <a:t>2026 경남 AI·SW 경진대회 [03. 제조·피지컬 AI / 업무혁신]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칼퇴보증 : 성적서 분석 에이전트</a:t>
            </a:r>
          </a:p>
          <a:p>
            <a:pPr>
              <a:spcAft>
                <a:spcPts val="3200"/>
              </a:spcAft>
              <a:defRPr sz="1700">
                <a:solidFill>
                  <a:srgbClr val="CBD5E1"/>
                </a:solidFill>
              </a:defRPr>
            </a:pPr>
            <a:r>
              <a:t>COA-Guard QA Agent : 글로벌 가전 완제품 출하 성적서 다국어 자동 판독 &amp; 표준 NCR 자율 발행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팀명: 칼퇴보증  |  팀장/발표자: 전준보  |  개발완료: 2026. 10.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문제 정의 : 경남 수출 가전 제조업의 실제 병목 (As-Is)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⏱️ 시간 병목 (Time Drain)</a:t>
            </a:r>
          </a:p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건당 25분 수기 대조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해외 협력사 비정형 PDF/스캔본 성적서</a:t>
            </a:r>
            <a:br/>
            <a:r>
              <a:t>• 도면집과 일일이 육안 수기 대조 수행</a:t>
            </a:r>
            <a:br/>
            <a:r>
              <a:t>• 월 100시간 이상 단순 반복 행정 낭비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⚠️ 휴먼 에러 (Human Error)</a:t>
            </a:r>
          </a:p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오판율 3.2%의 치명적 위험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미세 치수 오차(±0.3mm) 판독 착오 위험</a:t>
            </a:r>
            <a:br/>
            <a:r>
              <a:t>• 단방향 규격 편차 왜곡 및 오판정 발생</a:t>
            </a:r>
            <a:br/>
            <a:r>
              <a:t>• 부적합품 라인 투입 시 수억 원대 리콜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📄 행정 지연 (Delayed Action)</a:t>
            </a:r>
          </a:p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표준 공문 작성 1~2일 소요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불합격 발생 시 8D/NCR 수작업 작성</a:t>
            </a:r>
            <a:br/>
            <a:r>
              <a:t>• 다국어(한/영/중) 커뮤니케이션 단절</a:t>
            </a:r>
            <a:br/>
            <a:r>
              <a:t>• 원인 분석 및 시정 조치 회신 지연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해결 방안 : 자율 실행형 AI Agent (To-Be)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EF4444"/>
                </a:solidFill>
              </a:defRPr>
            </a:pPr>
            <a:r>
              <a:t>❌ 기존 방식 &amp; 단순 챗봇 (수동적 질의응답)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챗봇에 일일이 텍스트 복사-붙여넣기 질문</a:t>
            </a:r>
            <a:br/>
            <a:r>
              <a:t>• "이 치수 맞아?" 말로만 대답하고 끝남</a:t>
            </a:r>
            <a:br/>
            <a:r>
              <a:t>• 사내 도면 DB와 실시간 수학적 정합성 검증 부재</a:t>
            </a:r>
            <a:br/>
            <a:r>
              <a:t>• 결과 보고서 및 협력사 공문은 여전히 사람이 작성</a:t>
            </a:r>
            <a:br/>
            <a:r>
              <a:t>• 결론: 실무 공정 자동화가 아닌 단순 텍스트 도구에 불과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2563EB"/>
                </a:solidFill>
              </a:defRPr>
            </a:pPr>
            <a:r>
              <a:t>✅ 칼퇴보증 QA Agent (엔드투엔드 자율 완결)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원클릭 PDF 업로드 즉시 1.2초 내 전수 감사 완결</a:t>
            </a:r>
            <a:br/>
            <a:r>
              <a:t>• 다국어(한/영/중) 지능형 파서 &amp; 3단 무중단 폴백 엔진</a:t>
            </a:r>
            <a:br/>
            <a:r>
              <a:t>• 사내 도면 한계공차(LSL/USL) 및 Cpk 수학적 정밀 추론</a:t>
            </a:r>
            <a:br/>
            <a:r>
              <a:t>• 합격 시 [입고 승인서], 불합격 시 [표준 NCR/8D] 4-포맷 자율 발행</a:t>
            </a:r>
            <a:br/>
            <a:r>
              <a:t>• 협력업체 마스터 실적 및 품질 등급 실시간 자동 동기화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시스템 아키텍처 : 경진대회 공인 Agent 6요소 100%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🎯 1. Goal (목표 이해)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출하성적서 규격 일치율 100% 무결점 감사 및 자율 행정 조치 완결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📋 2. Planning (작업 계획)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파싱 ➔ 도면 DB 공차 매핑 ➔ 한계선 추론 ➔ 행정 공문 빌드 4단계 자율 수행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🧠 3. Reasoning (상황 추론)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도면 상하한(LSL/USL) 대조, 단방향 공차 자동 보정, Cpk 연산, ISO 2859-1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🛠️ 4. Tool Use (도구 연동)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PyMuPDF 파서, 사내 QC DB, 협력사 관리 DB, CJK 4-포맷 문서 생성기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💾 5. Memory / State (기억)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st.session_state 세션 기억, audit_history 영구 저장, vendors.json 실적 동기화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🔄 6. Feedback (자기 보정)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공차 초과 시 출하보류(Lock) &amp; 8D 대책서 전이 / API 실패 시 100% 로컬 폴백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핵심 기능 ① : 다국어 지능형 파서 &amp; 3단 무중단 폴백 (Split-View)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🌐 한/영/중 3개국어 자동 인식 파서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중국 저장성 협력사(余姚市菲尔浦) 한자 성적서 완벽 지원</a:t>
            </a:r>
            <a:br/>
            <a:r>
              <a:t>• 영문 수출용 성적서 &amp; 국내 협력사 국문 성적서 자동 식별</a:t>
            </a:r>
            <a:br/>
            <a:r>
              <a:t>• ISO 2859-1 로트 크기, 샘플링 수량, 결함수(Ac/Re) 자동 추출</a:t>
            </a:r>
            <a:br/>
            <a:r>
              <a:t>• 검사원이 원본 PDF와 추출값을 1초 만에 확인하는 Split-View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🛡️ 3단 무중단 하이브리드 폴백 엔진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1단계: PyMuPDF 초고속 벡터 텍스트 스트림 파싱 (0.05초)</a:t>
            </a:r>
            <a:br/>
            <a:r>
              <a:t>• 2단계: pypdf 정규식 기반 텍스트 추출 (보조 폴백)</a:t>
            </a:r>
            <a:br/>
            <a:r>
              <a:t>• 3단계: 로컬 룰베이스 엔진 (인터넷 차단 시에도 100% 작동)</a:t>
            </a:r>
            <a:br/>
            <a:r>
              <a:t>• 외부 LLM API 장애나 오프라인 사내 폐쇄망에서도 무중단 가동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핵심 기능 ② : 제조 품질 공학 공차 추론 엔진 (LSL/USL &amp; Cpk)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📐 단방향 공차 자동 보정 &amp; 편차(Delta) 정밀 추론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양방향 규격: 기준치(Nominal) 중심 상하한 편차 정밀 계산</a:t>
            </a:r>
            <a:br/>
            <a:r>
              <a:t>• 단방향 규격 자동 처리: 전원코드 인장강도(60N 이상) 등</a:t>
            </a:r>
            <a:br/>
            <a:r>
              <a:t>• 단방향 공차에서 Delta가 0으로 왜곡되는 오류를 원천 해결</a:t>
            </a:r>
            <a:br/>
            <a:r>
              <a:t>• 허용 한계선의 90% 이상 근접 시 WARNING 알림 자동 발동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📊 Plotly 동적 시각화 &amp; 공정능력지수(Cpk)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정규분포 곡선 위에 LSL, Nominal, USL 한계선 투영</a:t>
            </a:r>
            <a:br/>
            <a:r>
              <a:t>• 성적서 실측치를 다이아몬드 마커로 실시간 위치 매핑</a:t>
            </a:r>
            <a:br/>
            <a:r>
              <a:t>• Cpk(공정능력지수) 산출을 통한 잠재 품질 산포 분석</a:t>
            </a:r>
            <a:br/>
            <a:r>
              <a:t>• 복잡한 수치표 대신 직관적인 제조 공학 그래프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핵심 기능 ③ : 4-포맷 자율 리포팅 &amp; 협력업체 마스터 관제소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563EB"/>
                </a:solidFill>
              </a:defRPr>
            </a:pPr>
            <a:r>
              <a:t>📄 한글 CJK 벡터 폰트 임베딩 4-포맷 공문 자율 빌드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합격 시: [출하검사 합격 인증 및 입고 승인서] 발행</a:t>
            </a:r>
            <a:br/>
            <a:r>
              <a:t>• 불합격 시: [표준 부적합 통보서 (NCR/8D)] 자율 생성</a:t>
            </a:r>
            <a:br/>
            <a:r>
              <a:t>• PyMuPDF CJK 글꼴 임베딩으로 PDF 한글 깨짐 원천 방지</a:t>
            </a:r>
            <a:br/>
            <a:r>
              <a:t>• Excel(.xlsx), PDF(.pdf), HTML(.html), Markdown(.md) 4대 포맷 즉시 다운로드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59E0B"/>
                </a:solidFill>
              </a:defRPr>
            </a:pPr>
            <a:r>
              <a:t>🏭 협력업체 마스터 관제소 (Vendor Master)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신규 협력사 등록(Onboarding): 상호, 국가, 담당자 영구 DB 저장</a:t>
            </a:r>
            <a:br/>
            <a:r>
              <a:t>• 품질 등급(A/B/C) 및 거래 상태(정상/중점관리/보류) 실시간 변경</a:t>
            </a:r>
            <a:br/>
            <a:r>
              <a:t>• 성적서 판정 시 협력사별 누적 검사 건수 및 합격률 자동 갱신</a:t>
            </a:r>
            <a:br/>
            <a:r>
              <a:t>• 단발성 검사를 넘어 지속 가능한 공급망 품질 관리 실현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정량적 성과 (ROI) : 도입 전후 비교 (Before vs After)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성적서 검토 시간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25분 ➔ 1.2초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99.8%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공차 판정 오류율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3.2% ➔ 0.0%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Zero Human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부적합 공문 작성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1~2일 ➔ 즉시 완성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원클릭 10초 완결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459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연간 비용 절감액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인건비 + 결함 방지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총 1.84억원 절감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💰 경남 중견 가전 제조업체(연간 출하 성적서 2,400건 기준) 경제적 효과 산출 근거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1. 연간 절감 인건비: 연간 1,000시간 품질 검사 행정 공수 절감 = 약 5,400만 원</a:t>
            </a:r>
            <a:br/>
            <a:r>
              <a:t>2. 결함 유출 방지 효과: 연 2~3회 조립 라인 결함 유입 및 사후 리콜 조기 차단 = 약 1억 3,000만 원</a:t>
            </a:r>
            <a:br/>
            <a:r>
              <a:t>3. 총 연간 경제적 효과: 연간 1억 8,400만 원 순 절감 달성 (초기 투자비 대비 ROI 회수 기간 1개월 이내)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2026 경남 AI·SW 경진대회 [일반부 / 03. 제조·피지컬 AI &amp; 업무혁신]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검증 증빙 : 대표 Test Case 5종 100% 통과 &amp; 실사용자 검증 (+1점 가점)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🧪 5대 대표 테스트케이스 100% 통과 (Pass)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TC-01 (정상 규격): BL-E01 초고속 블렌더 ➔ PASS, 승인서 발급 완료</a:t>
            </a:r>
            <a:br/>
            <a:r>
              <a:t>• TC-02 (공차 초과): BL-D01 진공 블렌더 베이스 외경 +0.4mm 이탈 ➔ FAIL, 즉시 NCR 발행</a:t>
            </a:r>
            <a:br/>
            <a:r>
              <a:t>• TC-03 (단방향 규격): TM-HB1 인장강도 60N 이상 ➔ 왜곡 없는 Delta(+3.5N) 산출</a:t>
            </a:r>
            <a:br/>
            <a:r>
              <a:t>• TC-04 (중국 협력사): CJ-B03 한자 표기 실물 PDF ➔ [ZH] 자동 감지 및 결함수 파싱</a:t>
            </a:r>
            <a:br/>
            <a:r>
              <a:t>• TC-05 (오프라인 폴백): 네트워크 단절 모의 ➔ 로컬 룰베이스 100% 무중단 완주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937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👥 현장 실사용자 3명 현장 검증 확보 (+1점)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1. 김진석 파트장 ((주)크리스탈 일렉트릭 IQC 수입검사):</a:t>
            </a:r>
            <a:br/>
            <a:r>
              <a:t>   "1초 만에 인장강도 편차를 짚고 즉시 승인서까지 발행되는 것에 감탄. 현업에 바로 도입하고 싶음"</a:t>
            </a:r>
            <a:br/>
            <a:br/>
            <a:r>
              <a:t>2. 박성민 선임연구원 (경남 가전제조 혁신지원센터):</a:t>
            </a:r>
            <a:br/>
            <a:r>
              <a:t>   "0.4mm 초과를 놓치지 않고 공급사 발송용 8D NCR을 뽑아줌. 제조 행정 워크플로우를 완벽히 이해한 솔루션"</a:t>
            </a:r>
            <a:br/>
            <a:br/>
            <a:r>
              <a:t>3. 장웨이 팀장 (HOTOEM 선전 공장 품질보증부):</a:t>
            </a:r>
            <a:br/>
            <a:r>
              <a:t>   "중국어 표기 성적서를 번역기 없이 자동 감지. 글로벌 공급망과 국내 본사 간 언어 장벽 완벽 해소"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9. 보안 안전성 &amp; 향후 발전 계획 (M.AX 로드맵)</a:t>
            </a:r>
          </a:p>
          <a:p>
            <a:pPr>
              <a:spcAft>
                <a:spcPts val="1800"/>
              </a:spcAft>
              <a:defRPr sz="1400">
                <a:solidFill>
                  <a:srgbClr val="CBD5E1"/>
                </a:solidFill>
              </a:defRPr>
            </a:pPr>
            <a:r>
              <a:t>🔒 철저한 보안성 &amp; 환경 이식성</a:t>
            </a:r>
            <a:br/>
            <a:r>
              <a:t>• API Key 소스 하드코딩 0건 (.env 보안 격리 완비)</a:t>
            </a:r>
            <a:br/>
            <a:r>
              <a:t>• 심사위원 원클릭 자동 설치/실행 런처(COA_프로그램_실행.bat) 제공</a:t>
            </a:r>
            <a:br/>
            <a:r>
              <a:t>• 외부 네트워크 단절 시에도 100% 로컬 오프라인 가동 보장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</a:defRPr>
            </a:pPr>
            <a:r>
              <a:t>🚀 경남 제조 산업(M.AX) 수평 전개 로드맵</a:t>
            </a:r>
            <a:br/>
            <a:r>
              <a:t>• 1단계: 가전 완제품 성적서 ➔ 모터, PCB, 사출 단품 원자재 성적서 확장</a:t>
            </a:r>
            <a:br/>
            <a:r>
              <a:t>• 2단계: 사내 SAP / 더존 ERP 및 MES 생산관리 시스템 REST Webhook 직결</a:t>
            </a:r>
            <a:br/>
            <a:r>
              <a:t>• 3단계: 창원·사천·거제 조선·방산·항공우주 초정밀 부품 성적서 도메인 수평 전개</a:t>
            </a:r>
          </a:p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"말하는 AI에서, 일하는 제조 AX로! 경남 제조업의 든든한 품질 지킴이가 되겠습니다."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경청해 주셔서 감사합니다.  |  팀명: 칼퇴보증 (질의응답 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